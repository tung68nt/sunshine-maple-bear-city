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5dc60ad45544dd" /><Relationship Type="http://schemas.openxmlformats.org/officeDocument/2006/relationships/extended-properties" Target="/docProps/app.xml" Id="Rf3633d6c993d4a4b" /><Relationship Type="http://schemas.openxmlformats.org/officeDocument/2006/relationships/officeDocument" Target="/ppt/presentation.xml" Id="R9b93ac636453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68a889cff6486e"/>
  </p:sldMasterIdLst>
  <p:notesMasterIdLst>
    <p:notesMasterId xmlns:r="http://schemas.openxmlformats.org/officeDocument/2006/relationships" r:id="R1eb86d60d8ff4ce9"/>
  </p:notesMasterIdLst>
  <p:sldIdLst>
    <p:sldId xmlns:r="http://schemas.openxmlformats.org/officeDocument/2006/relationships" id="256" r:id="R81a7c3874f804eb3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7be988db224b73" /><Relationship Type="http://schemas.openxmlformats.org/officeDocument/2006/relationships/slideMaster" Target="/ppt/slideMasters/slideMaster1.xml" Id="R4268a889cff6486e" /><Relationship Type="http://schemas.openxmlformats.org/officeDocument/2006/relationships/notesMaster" Target="/ppt/notesMasters/notesMaster1.xml" Id="R1eb86d60d8ff4ce9" /><Relationship Type="http://schemas.openxmlformats.org/officeDocument/2006/relationships/presProps" Target="/ppt/presProps.xml" Id="R61595ab545a04c78" /><Relationship Type="http://schemas.openxmlformats.org/officeDocument/2006/relationships/tableStyles" Target="/ppt/tableStyles.xml" Id="R8ef4931789ef4284" /><Relationship Type="http://schemas.openxmlformats.org/officeDocument/2006/relationships/slide" Target="/ppt/slides/slide1.xml" Id="R81a7c3874f80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85bd06a0245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2d66bfa01b4c66" /><Relationship Type="http://schemas.openxmlformats.org/officeDocument/2006/relationships/notesMaster" Target="/ppt/notesMasters/notesMaster1.xml" Id="Rb6ea1096df19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895217cdf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9aae69316948af" /><Relationship Type="http://schemas.openxmlformats.org/officeDocument/2006/relationships/slideLayout" Target="/ppt/slideLayouts/slideLayout1.xml" Id="R8aa9557b041c4f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a9557b041c4f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ee4ece7614122" /><Relationship Type="http://schemas.openxmlformats.org/officeDocument/2006/relationships/notesSlide" Target="/ppt/notesSlides/notesSlide1.xml" Id="R0b2edd695de343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19562-50AA-4DCE-B219-80D2D71A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78"/>
          </a:solidFill>
          <a:ln xmlns:a="http://schemas.openxmlformats.org/drawingml/2006/main" w="0">
            <a:solidFill>
              <a:srgbClr val="113A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A975-F08F-4679-9E16-FCED318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371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7"/>
          </a:solidFill>
          <a:ln xmlns:a="http://schemas.openxmlformats.org/drawingml/2006/main" w="0">
            <a:solidFill>
              <a:srgbClr val="24B6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C92D6-DDD1-4FAB-9386-2A1E63FA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171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Mạch nội dung: từ nền tảng IOC đến chỉ tiêu điều hành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2D8C6-9208-4087-AAF9-F8330B89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1162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B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B7E"/>
                </a:solidFill>
                <a:latin typeface="Arial"/>
                <a:ea typeface="Arial"/>
                <a:cs typeface="Arial"/>
              </a:rPr>
              <a:t>Ba phần tạo thành một chuỗi giá trị: nền tảng dữ liệu → GRDP có thể kiểm chứng → dashboard hỗ trợ điều hành.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23CE2-A5B8-4915-92FC-4B5C913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21158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9658B-A90F-490F-9110-4DC49D0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7"/>
          </a:solidFill>
          <a:ln xmlns:a="http://schemas.openxmlformats.org/drawingml/2006/main" w="0">
            <a:solidFill>
              <a:srgbClr val="24B6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10541-D49C-4ED9-91A9-92FD5273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4953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73D8"/>
          </a:solidFill>
          <a:ln xmlns:a="http://schemas.openxmlformats.org/drawingml/2006/main" w="0">
            <a:solidFill>
              <a:srgbClr val="1E73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F8E44-6888-4CDB-B317-4EF32329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1C36B-A232-4B8B-9824-50CBAE5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81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3A78"/>
                </a:solidFill>
                <a:latin typeface="Arial"/>
                <a:ea typeface="Arial"/>
                <a:cs typeface="Arial"/>
              </a:rPr>
              <a:t>Nền tảng IOC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535AE-7A4B-4037-A9EC-995C45C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98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E"/>
                </a:solidFill>
                <a:latin typeface="Arial"/>
                <a:ea typeface="Arial"/>
                <a:cs typeface="Arial"/>
              </a:rPr>
              <a:t>Kết nối, khai phá, lưu trữ, chia sẻ và quản trị dữ liệu.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E4815-FB3D-4DCB-8665-F98D795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21158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C30B5-7155-4F45-BF51-1D20F8F7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7"/>
          </a:solidFill>
          <a:ln xmlns:a="http://schemas.openxmlformats.org/drawingml/2006/main" w="0">
            <a:solidFill>
              <a:srgbClr val="24B6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65827-8F09-4689-885E-E7FF3DB6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953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73D8"/>
          </a:solidFill>
          <a:ln xmlns:a="http://schemas.openxmlformats.org/drawingml/2006/main" w="0">
            <a:solidFill>
              <a:srgbClr val="1E7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EA13F-DDD5-4F36-8410-AC4EEFC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3B13A-7DF3-42D3-A360-F2272955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576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3A78"/>
                </a:solidFill>
                <a:latin typeface="Arial"/>
                <a:ea typeface="Arial"/>
                <a:cs typeface="Arial"/>
              </a:rPr>
              <a:t>Use case GRDP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0B10F-1111-46DC-A916-331A09D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862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E"/>
                </a:solidFill>
                <a:latin typeface="Arial"/>
                <a:ea typeface="Arial"/>
                <a:cs typeface="Arial"/>
              </a:rPr>
              <a:t>Dữ liệu đầu vào, công thức, nguồn cấp và quy tắc kiểm chứng.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62689-84F4-463F-B8FE-00B90D5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21158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69D7B-FEEF-4F72-ADFB-A43F92A3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6D7"/>
          </a:solidFill>
          <a:ln xmlns:a="http://schemas.openxmlformats.org/drawingml/2006/main" w="0">
            <a:solidFill>
              <a:srgbClr val="24B6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67DD8-83A2-4E46-89DA-D041509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4953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73D8"/>
          </a:solidFill>
          <a:ln xmlns:a="http://schemas.openxmlformats.org/drawingml/2006/main" w="0">
            <a:solidFill>
              <a:srgbClr val="1E73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BBC06-B52F-41D3-94F4-5188D501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959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D3B64-BFC3-4A0E-BAE1-141E0493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34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3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3A78"/>
                </a:solidFill>
                <a:latin typeface="Arial"/>
                <a:ea typeface="Arial"/>
                <a:cs typeface="Arial"/>
              </a:rPr>
              <a:t>Dashboard và điều hành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96D6F-9DA4-41FD-AA2F-5E415F28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626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E"/>
                </a:solidFill>
                <a:latin typeface="Arial"/>
                <a:ea typeface="Arial"/>
                <a:cs typeface="Arial"/>
              </a:rPr>
              <a:t>Theo dõi biến động, cảnh báo dữ liệu và hỗ trợ chỉ đạo.</a:t>
            </a:r>
          </a:p>
        </p:txBody>
      </p:sp>
    </p:spTree>
    <p:extLst>
      <p:ext uri="{BB962C8B-B14F-4D97-AF65-F5344CB8AC3E}">
        <p14:creationId xmlns:p14="http://schemas.microsoft.com/office/powerpoint/2010/main" val="1737783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2026-08-11T11:52:42.5130000Z</dcterms:created>
  <dcterms:modified xsi:type="dcterms:W3CDTF">2026-08-11T11:52:42.5140000Z</dcterms:modified>
</coreProperties>
</file>